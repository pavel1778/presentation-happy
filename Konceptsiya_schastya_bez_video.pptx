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6285" y="6604000"/>
            <a:ext cx="1973338" cy="220028"/>
            <a:chOff x="756285" y="6604000"/>
            <a:chExt cx="1973338" cy="220028"/>
          </a:xfrm>
        </p:grpSpPr>
        <p:sp>
          <p:nvSpPr>
            <p:cNvPr id="27" name="TextBox 27"/>
            <p:cNvSpPr txBox="1"/>
            <p:nvPr/>
          </p:nvSpPr>
          <p:spPr>
            <a:xfrm>
              <a:off x="756285" y="6604000"/>
              <a:ext cx="19733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6285" y="6604000"/>
            <a:ext cx="1713425" cy="220028"/>
            <a:chOff x="756285" y="6604000"/>
            <a:chExt cx="1713425" cy="220028"/>
          </a:xfrm>
        </p:grpSpPr>
        <p:sp>
          <p:nvSpPr>
            <p:cNvPr id="69" name="TextBox 69"/>
            <p:cNvSpPr txBox="1"/>
            <p:nvPr/>
          </p:nvSpPr>
          <p:spPr>
            <a:xfrm>
              <a:off x="756285" y="6604000"/>
              <a:ext cx="17134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49" name="credits"/>
          <p:cNvGrpSpPr/>
          <p:nvPr/>
        </p:nvGrpSpPr>
        <p:grpSpPr>
          <a:xfrm>
            <a:off x="756285" y="6604000"/>
            <a:ext cx="2595835" cy="220028"/>
            <a:chOff x="756285" y="6604000"/>
            <a:chExt cx="2595835" cy="220028"/>
          </a:xfrm>
        </p:grpSpPr>
        <p:sp>
          <p:nvSpPr>
            <p:cNvPr id="48" name="TextBox 48"/>
            <p:cNvSpPr txBox="1"/>
            <p:nvPr/>
          </p:nvSpPr>
          <p:spPr>
            <a:xfrm>
              <a:off x="756285" y="6604000"/>
              <a:ext cx="2595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636" r="0" b="2637"/>
            <a:stretch>
              <a:fillRect/>
            </a:stretch>
          </p:blipFill>
          <p:spPr>
            <a:xfrm>
              <a:off x="4305300" y="2066925"/>
              <a:ext cx="3581400" cy="2438400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46" name="credits"/>
          <p:cNvGrpSpPr/>
          <p:nvPr/>
        </p:nvGrpSpPr>
        <p:grpSpPr>
          <a:xfrm>
            <a:off x="756285" y="6604000"/>
            <a:ext cx="2159067" cy="220028"/>
            <a:chOff x="756285" y="6604000"/>
            <a:chExt cx="2159067" cy="220028"/>
          </a:xfrm>
        </p:grpSpPr>
        <p:sp>
          <p:nvSpPr>
            <p:cNvPr id="45" name="TextBox 45"/>
            <p:cNvSpPr txBox="1"/>
            <p:nvPr/>
          </p:nvSpPr>
          <p:spPr>
            <a:xfrm>
              <a:off x="756285" y="6604000"/>
              <a:ext cx="2159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6285" y="6604000"/>
            <a:ext cx="3909145" cy="220028"/>
            <a:chOff x="756285" y="6604000"/>
            <a:chExt cx="3909145" cy="220028"/>
          </a:xfrm>
        </p:grpSpPr>
        <p:sp>
          <p:nvSpPr>
            <p:cNvPr id="26" name="TextBox 26"/>
            <p:cNvSpPr txBox="1"/>
            <p:nvPr/>
          </p:nvSpPr>
          <p:spPr>
            <a:xfrm>
              <a:off x="756285" y="6604000"/>
              <a:ext cx="3909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TextBox 7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2" name="note"/>
          <p:cNvGrpSpPr/>
          <p:nvPr/>
        </p:nvGrpSpPr>
        <p:grpSpPr>
          <a:xfrm>
            <a:off x="1513077" y="5873750"/>
            <a:ext cx="9480466" cy="570357"/>
            <a:chOff x="1513077" y="5873750"/>
            <a:chExt cx="9480466" cy="570357"/>
          </a:xfrm>
        </p:grpSpPr>
        <p:grpSp>
          <p:nvGrpSpPr>
            <p:cNvPr id="29" name="Group 29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96618" y="6121400"/>
              <a:ext cx="771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2018): гены и среда взаимодействуют.</a:t>
              </a:r>
            </a:p>
          </p:txBody>
        </p:sp>
      </p:grpSp>
      <p:sp>
        <p:nvSpPr>
          <p:cNvPr id="33" name="Line 3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6285" y="6604000"/>
            <a:ext cx="2070481" cy="220028"/>
            <a:chOff x="756285" y="6604000"/>
            <a:chExt cx="2070481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756285" y="6604000"/>
              <a:ext cx="20704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6285" y="6604000"/>
            <a:ext cx="2960200" cy="220028"/>
            <a:chOff x="756285" y="6604000"/>
            <a:chExt cx="2960200" cy="220028"/>
          </a:xfrm>
        </p:grpSpPr>
        <p:sp>
          <p:nvSpPr>
            <p:cNvPr id="29" name="TextBox 29"/>
            <p:cNvSpPr txBox="1"/>
            <p:nvPr/>
          </p:nvSpPr>
          <p:spPr>
            <a:xfrm>
              <a:off x="756285" y="6604000"/>
              <a:ext cx="29602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5" name="credits"/>
          <p:cNvGrpSpPr/>
          <p:nvPr/>
        </p:nvGrpSpPr>
        <p:grpSpPr>
          <a:xfrm>
            <a:off x="756285" y="6604000"/>
            <a:ext cx="1562156" cy="220028"/>
            <a:chOff x="756285" y="6604000"/>
            <a:chExt cx="1562156" cy="220028"/>
          </a:xfrm>
        </p:grpSpPr>
        <p:sp>
          <p:nvSpPr>
            <p:cNvPr id="54" name="TextBox 54"/>
            <p:cNvSpPr txBox="1"/>
            <p:nvPr/>
          </p:nvSpPr>
          <p:spPr>
            <a:xfrm>
              <a:off x="756285" y="6604000"/>
              <a:ext cx="15621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0" name="key-sources"/>
          <p:cNvGrpSpPr/>
          <p:nvPr/>
        </p:nvGrpSpPr>
        <p:grpSpPr>
          <a:xfrm>
            <a:off x="3199194" y="3702050"/>
            <a:ext cx="5793611" cy="322707"/>
            <a:chOff x="3199194" y="3702050"/>
            <a:chExt cx="5793611" cy="322707"/>
          </a:xfrm>
        </p:grpSpPr>
        <p:sp>
          <p:nvSpPr>
            <p:cNvPr id="19" name="TextBox 19"/>
            <p:cNvSpPr txBox="1"/>
            <p:nvPr/>
          </p:nvSpPr>
          <p:spPr>
            <a:xfrm>
              <a:off x="3199194" y="3702050"/>
              <a:ext cx="57936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Ключевые источники: Селигман, Канеман, Килингсворт</a:t>
              </a:r>
            </a:p>
          </p:txBody>
        </p:sp>
      </p:grpSp>
      <p:grpSp>
        <p:nvGrpSpPr>
          <p:cNvPr id="24" name="qr"/>
          <p:cNvGrpSpPr/>
          <p:nvPr/>
        </p:nvGrpSpPr>
        <p:grpSpPr>
          <a:xfrm>
            <a:off x="4547374" y="4083050"/>
            <a:ext cx="3097252" cy="2494407"/>
            <a:chOff x="4547374" y="4083050"/>
            <a:chExt cx="3097252" cy="2494407"/>
          </a:xfrm>
        </p:grpSpPr>
        <p:sp>
          <p:nvSpPr>
            <p:cNvPr id="21" name="TextBox 21"/>
            <p:cNvSpPr txBox="1"/>
            <p:nvPr/>
          </p:nvSpPr>
          <p:spPr>
            <a:xfrm>
              <a:off x="4547374" y="408305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43500" y="4457700"/>
              <a:ext cx="1905000" cy="19050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4638701" y="6254750"/>
              <a:ext cx="2914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 телефона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2026-10-09T21:33:55Z</dcterms:created>
  <dcterms:modified xsi:type="dcterms:W3CDTF">2026-10-09T21:33:55Z</dcterms:modified>
  <cp:category/>
  <cp:contentStatus/>
</cp:coreProperties>
</file>